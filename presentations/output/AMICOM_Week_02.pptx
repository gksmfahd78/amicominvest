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호가를 읽고 체결 금액을 계산한 뒤</a:t>
            </a:r>
          </a:p>
          <a:p>
            <a:r>
              <a:t>남은 주문까지 확인합니다.</a:t>
            </a:r>
          </a:p>
          <a:p/>
          <a:p>
            <a:r>
              <a:t>[권장 진행]</a:t>
            </a:r>
          </a:p>
          <a:p>
            <a:r>
              <a:t>도입 5분</a:t>
            </a:r>
          </a:p>
          <a:p/>
          <a:p>
            <a:r>
              <a:t>[설명 원고]</a:t>
            </a:r>
          </a:p>
          <a:p>
            <a:r>
              <a:t>한빛식품의 가상 호가를 종이에 적어 보겠습니다. 매도 쪽은 19,980원 4주, 19,990원 3주, 20,010원 8주입니다. 최우선 매수는 19,970원입니다. 내가 지금 사려면 팔겠다고 나온 주문과 거래해야 하므로 매도 쪽의 19,980원부터 봅니다. ‘매수하려니 매수 호가를 읽는다’고 생각하면 상대 주문의 가격을 놓치게 됩니다.</a:t>
            </a:r>
          </a:p>
          <a:p/>
          <a:p>
            <a:r>
              <a:t>최우선 매도 19,980원과 최우선 매수 19,970원의 차이는 10원입니다. 이를 이 순간의 스프레드라고 합니다. 다른 주문·가격 변화·비용이 없고 잔량이 충분하다는 가정에서 1주를 즉시 산 뒤 즉시 팔면 19,980원에 사고 19,970원에 팔아 10원의 차이가 납니다. 마지막 체결 가격이 같아 보여도 실제 거래할 수 있는 양쪽 호가는 다를 수 있습니다.</a:t>
            </a:r>
          </a:p>
          <a:p/>
          <a:p>
            <a:r>
              <a:t>수량도 누적합니다. 19,980원까지 4주, 19,990원까지는 4+3=7주, 20,010원까지는 15주가 제시돼 있습니다. 10주를 모두 사려는 가격 미지정 주문을 이 표에 대입하면 첫 줄만으로는 부족합니다. 다른 주문이 없다는 단순 가정에서 4주·3주·3주가 서로 다른 가격에 거래되므로 모든 수량을 최우선 가격으로 계산하면 안 됩니다.</a:t>
            </a:r>
          </a:p>
          <a:p/>
          <a:p>
            <a:r>
              <a:t>실제 모의 화면에서는 종목을 선택한 뒤 호가 탭을 열고 ‘관찰 시각, 최우선 매수, 최우선 매도, 각 가격의 잔량’을 기록합니다. 한빛식품은 가상 사례이므로 앱에서 검색할 실제 종목명이 아닙니다. 화면의 다른 종목으로 연습할 때에는 그 시각의 값을 새로 적습니다. 주문 결과가 표와 다르면 먼저 관찰 시각 이후의 호가 변화 여부를 확인합니다.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마지막 체결 가격과 지금 거래 가능한 호가는 다를 수 있습니다.</a:t>
            </a:r>
          </a:p>
          <a:p/>
          <a:p>
            <a:r>
              <a:t>[권장 진행]</a:t>
            </a:r>
          </a:p>
          <a:p>
            <a:r>
              <a:t>설명 4분 · 질문 2분</a:t>
            </a:r>
          </a:p>
          <a:p/>
          <a:p>
            <a:r>
              <a:t>[설명 원고]</a:t>
            </a:r>
          </a:p>
          <a:p>
            <a:r>
              <a:t>한빛식품의 가상 호가를 종이에 적어 보겠습니다. 매도 쪽은 19,980원 4주, 19,990원 3주, 20,010원 8주입니다. 최우선 매수는 19,970원입니다. 내가 지금 사려면 팔겠다고 나온 주문과 거래해야 하므로 매도 쪽의 19,980원부터 봅니다. ‘매수하려니 매수 호가를 읽는다’고 생각하면 상대 주문의 가격을 놓치게 됩니다.</a:t>
            </a:r>
          </a:p>
          <a:p/>
          <a:p>
            <a:r>
              <a:t>최우선 매도 19,980원과 최우선 매수 19,970원의 차이는 10원입니다. 이를 이 순간의 스프레드라고 합니다. 다른 주문·가격 변화·비용이 없고 잔량이 충분하다는 가정에서 1주를 즉시 산 뒤 즉시 팔면 19,980원에 사고 19,970원에 팔아 10원의 차이가 납니다. 마지막 체결 가격이 같아 보여도 실제 거래할 수 있는 양쪽 호가는 다를 수 있습니다.</a:t>
            </a:r>
          </a:p>
          <a:p/>
          <a:p>
            <a:r>
              <a:t>수량도 누적합니다. 19,980원까지 4주, 19,990원까지는 4+3=7주, 20,010원까지는 15주가 제시돼 있습니다. 10주를 모두 사려는 가격 미지정 주문을 이 표에 대입하면 첫 줄만으로는 부족합니다. 다른 주문이 없다는 단순 가정에서 4주·3주·3주가 서로 다른 가격에 거래되므로 모든 수량을 최우선 가격으로 계산하면 안 됩니다.</a:t>
            </a:r>
          </a:p>
          <a:p/>
          <a:p>
            <a:r>
              <a:t>실제 모의 화면에서는 종목을 선택한 뒤 호가 탭을 열고 ‘관찰 시각, 최우선 매수, 최우선 매도, 각 가격의 잔량’을 기록합니다. 한빛식품은 가상 사례이므로 앱에서 검색할 실제 종목명이 아닙니다. 화면의 다른 종목으로 연습할 때에는 그 시각의 값을 새로 적습니다. 주문 결과가 표와 다르면 먼저 관찰 시각 이후의 호가 변화 여부를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최우선 매도 19,980원 − 최우선 매수 19,970원 = 스프레드 10원</a:t>
            </a:r>
          </a:p>
          <a:p/>
          <a:p>
            <a:r>
              <a:t>[권장 진행]</a:t>
            </a:r>
          </a:p>
          <a:p>
            <a:r>
              <a:t>설명 4분 · 질문 2분</a:t>
            </a:r>
          </a:p>
          <a:p/>
          <a:p>
            <a:r>
              <a:t>[설명 원고]</a:t>
            </a:r>
          </a:p>
          <a:p>
            <a:r>
              <a:t>한빛식품의 가상 호가를 종이에 적어 보겠습니다. 매도 쪽은 19,980원 4주, 19,990원 3주, 20,010원 8주입니다. 최우선 매수는 19,970원입니다. 내가 지금 사려면 팔겠다고 나온 주문과 거래해야 하므로 매도 쪽의 19,980원부터 봅니다. ‘매수하려니 매수 호가를 읽는다’고 생각하면 상대 주문의 가격을 놓치게 됩니다.</a:t>
            </a:r>
          </a:p>
          <a:p/>
          <a:p>
            <a:r>
              <a:t>최우선 매도 19,980원과 최우선 매수 19,970원의 차이는 10원입니다. 이를 이 순간의 스프레드라고 합니다. 다른 주문·가격 변화·비용이 없고 잔량이 충분하다는 가정에서 1주를 즉시 산 뒤 즉시 팔면 19,980원에 사고 19,970원에 팔아 10원의 차이가 납니다. 마지막 체결 가격이 같아 보여도 실제 거래할 수 있는 양쪽 호가는 다를 수 있습니다.</a:t>
            </a:r>
          </a:p>
          <a:p/>
          <a:p>
            <a:r>
              <a:t>수량도 누적합니다. 19,980원까지 4주, 19,990원까지는 4+3=7주, 20,010원까지는 15주가 제시돼 있습니다. 10주를 모두 사려는 가격 미지정 주문을 이 표에 대입하면 첫 줄만으로는 부족합니다. 다른 주문이 없다는 단순 가정에서 4주·3주·3주가 서로 다른 가격에 거래되므로 모든 수량을 최우선 가격으로 계산하면 안 됩니다.</a:t>
            </a:r>
          </a:p>
          <a:p/>
          <a:p>
            <a:r>
              <a:t>실제 모의 화면에서는 종목을 선택한 뒤 호가 탭을 열고 ‘관찰 시각, 최우선 매수, 최우선 매도, 각 가격의 잔량’을 기록합니다. 한빛식품은 가상 사례이므로 앱에서 검색할 실제 종목명이 아닙니다. 화면의 다른 종목으로 연습할 때에는 그 시각의 값을 새로 적습니다. 주문 결과가 표와 다르면 먼저 관찰 시각 이후의 호가 변화 여부를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매수 지정가는 지정 가격 이하에서 거래하려는 조건입니다.</a:t>
            </a:r>
          </a:p>
          <a:p/>
          <a:p>
            <a:r>
              <a:t>[권장 진행]</a:t>
            </a:r>
          </a:p>
          <a:p>
            <a:r>
              <a:t>설명 4분 · 질문 2분</a:t>
            </a:r>
          </a:p>
          <a:p/>
          <a:p>
            <a:r>
              <a:t>[설명 원고]</a:t>
            </a:r>
          </a:p>
          <a:p>
            <a:r>
              <a:t>앞의 호가가 그대로 유지된 상태에서 한빛식품을 20,000원 지정가로 10주 매수한다고 가정합니다. 매수 지정가는 그 가격 이하라는 조건입니다. 따라서 19,980원과 19,990원은 조건을 만족하지만 20,010원은 만족하지 않습니다. 20,000원이라는 주문 가격이 실제로 모든 주식을 그 가격에 산다는 뜻은 아닙니다.</a:t>
            </a:r>
          </a:p>
          <a:p/>
          <a:p>
            <a:r>
              <a:t>첫 가격에서 4주×19,980원=79,920원, 다음 가격에서 3주×19,990원=59,970원입니다. 합계 7주가 139,890원에 체결되고 3주는 남습니다. 평균 체결가는 139,890÷7≈19,984.29원입니다. 주문한 10주로 나누어 13,989원이라고 적으면 미체결 수량을 이미 산 것으로 처리한 오류입니다.</a:t>
            </a:r>
          </a:p>
          <a:p/>
          <a:p>
            <a:r>
              <a:t>가격을 지정하지 않는 매수 10주를 같은 정적인 호가에 대입하면 나머지 3주가 20,010원에서 거래되는 단순 계산을 할 수 있습니다. 추가 금액 60,030원을 더해 총 199,920원, 평균 19,992원입니다. 이는 가상의 주문장 계산이며 실제 시장가 체결 보장이 아닙니다. 지정가 사례와 비교하면 가격 조건을 지키는 대신 남은 수량이 생기는 차이를 확인할 수 있습니다.</a:t>
            </a:r>
          </a:p>
          <a:p/>
          <a:p>
            <a:r>
              <a:t>발표 문장은 ‘2만 원 이하에서 10주를 사려 했지만 해당 가격대의 수량은 7주뿐이었습니다. 실제 평균은 약 19,984.29원이고 3주는 미체결입니다’입니다. 앱의 주문·체결 내역에서는 주문 수량, 체결 수량, 평균 체결가를 각각 찾아 이 문장에 넣습니다. 비용은 위 계산에서 제외했으므로 총 지출을 말할 때에는 화면의 비용 처리 기준을 따로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주문 10주로 나누면 미체결 수량을 이미 산 것으로 처리하게 됩니다.</a:t>
            </a:r>
          </a:p>
          <a:p/>
          <a:p>
            <a:r>
              <a:t>[권장 진행]</a:t>
            </a:r>
          </a:p>
          <a:p>
            <a:r>
              <a:t>설명 4분 · 질문 2분</a:t>
            </a:r>
          </a:p>
          <a:p/>
          <a:p>
            <a:r>
              <a:t>[설명 원고]</a:t>
            </a:r>
          </a:p>
          <a:p>
            <a:r>
              <a:t>앞의 호가가 그대로 유지된 상태에서 한빛식품을 20,000원 지정가로 10주 매수한다고 가정합니다. 매수 지정가는 그 가격 이하라는 조건입니다. 따라서 19,980원과 19,990원은 조건을 만족하지만 20,010원은 만족하지 않습니다. 20,000원이라는 주문 가격이 실제로 모든 주식을 그 가격에 산다는 뜻은 아닙니다.</a:t>
            </a:r>
          </a:p>
          <a:p/>
          <a:p>
            <a:r>
              <a:t>첫 가격에서 4주×19,980원=79,920원, 다음 가격에서 3주×19,990원=59,970원입니다. 합계 7주가 139,890원에 체결되고 3주는 남습니다. 평균 체결가는 139,890÷7≈19,984.29원입니다. 주문한 10주로 나누어 13,989원이라고 적으면 미체결 수량을 이미 산 것으로 처리한 오류입니다.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정적인 가상 호가의 계산입니다. 실제 시장가 체결을 보장하지 않습니다.</a:t>
            </a:r>
          </a:p>
          <a:p/>
          <a:p>
            <a:r>
              <a:t>[권장 진행]</a:t>
            </a:r>
          </a:p>
          <a:p>
            <a:r>
              <a:t>설명 4분 · 질문 2분</a:t>
            </a:r>
          </a:p>
          <a:p/>
          <a:p>
            <a:r>
              <a:t>[설명 원고]</a:t>
            </a:r>
          </a:p>
          <a:p>
            <a:r>
              <a:t>가격을 지정하지 않는 매수 10주를 같은 정적인 호가에 대입하면 나머지 3주가 20,010원에서 거래되는 단순 계산을 할 수 있습니다. 추가 금액 60,030원을 더해 총 199,920원, 평균 19,992원입니다. 이는 가상의 주문장 계산이며 실제 시장가 체결 보장이 아닙니다. 지정가 사례와 비교하면 가격 조건을 지키는 대신 남은 수량이 생기는 차이를 확인할 수 있습니다.</a:t>
            </a:r>
          </a:p>
          <a:p/>
          <a:p>
            <a:r>
              <a:t>발표 문장은 ‘2만 원 이하에서 10주를 사려 했지만 해당 가격대의 수량은 7주뿐이었습니다. 실제 평균은 약 19,984.29원이고 3주는 미체결입니다’입니다. 앱의 주문·체결 내역에서는 주문 수량, 체결 수량, 평균 체결가를 각각 찾아 이 문장에 넣습니다. 비용은 위 계산에서 제외했으므로 총 지출을 말할 때에는 화면의 비용 처리 기준을 따로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남은 주문을 취소해도 이미 체결한 주식은 사라지지 않습니다.</a:t>
            </a:r>
          </a:p>
          <a:p/>
          <a:p>
            <a:r>
              <a:t>[권장 진행]</a:t>
            </a:r>
          </a:p>
          <a:p>
            <a:r>
              <a:t>설명 4분 · 질문 2분</a:t>
            </a:r>
          </a:p>
          <a:p/>
          <a:p>
            <a:r>
              <a:t>[설명 원고]</a:t>
            </a:r>
          </a:p>
          <a:p>
            <a:r>
              <a:t>7주가 체결되고 3주가 남은 앞의 주문을 이어 보겠습니다. 남은 3주를 취소 요청했고, 추가 체결 없이 취소 완료가 확인됐다고 가정합니다. 최종 수량은 최초 주문 10주=체결 7주+취소 3주입니다. 이 주문으로 늘어난 보유는 7주이며 살아 있는 미체결 수량은 0주입니다. 취소했다고 이미 산 7주까지 사라지지 않습니다.</a:t>
            </a:r>
          </a:p>
          <a:p/>
          <a:p>
            <a:r>
              <a:t>만약 취소 요청 처리 전에 1주가 추가 체결됐다면 결과는 달라집니다. 누적 체결 8주와 취소 2주가 될 수 있으므로 버튼을 누른 순간의 7주를 최종값으로 확정하지 않습니다. 확인 순서는 주문 번호 → 누적 체결 수량 → 남은 수량 → 취소 처리 결과입니다. 응답이 늦다고 같은 주문을 새로 내기 전에 기존 주문 상태부터 확인합니다.</a:t>
            </a:r>
          </a:p>
          <a:p/>
          <a:p>
            <a:r>
              <a:t>금액도 구분합니다. 단순히 잔여 3주의 지정가 금액을 계산하면 3×20,000원=60,000원입니다. 그러나 앱에서 실제로 예약됐다 해제되는 금액은 비용 포함 방식 등에 따라 확인이 필요합니다. ‘취소 후 현금 60,000원 증가’라고 외우기보다 주문 가능 금액을 전후로 기록하고, 이미 체결된 139,890원은 지출에서 사라지지 않는다는 점을 설명합니다.</a:t>
            </a:r>
          </a:p>
          <a:p/>
          <a:p>
            <a:r>
              <a:t>완성 기록 예시는 ‘주문 10주, 체결 7주·139,890원, 잔여 3주 취소 완료, 최종 미체결 0주’입니다. 예외 기록에는 ‘취소 전 추가 1주 체결 여부 재확인’을 적습니다. 실습에서 주문을 내는 경우에는 먼저 화면의 매수·매도 방향과 수량을 확인하고, 기록은 실제 모의 결과로 작성합니다. 이 가상 예시의 금액을 다른 종목 결과에 그대로 복사하지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가격마다 수량을 곱한 금액을 먼저 합산합니다.</a:t>
            </a:r>
          </a:p>
          <a:p/>
          <a:p>
            <a:r>
              <a:t>[권장 진행]</a:t>
            </a:r>
          </a:p>
          <a:p>
            <a:r>
              <a:t>계산 4분 · 짝 설명 4분</a:t>
            </a:r>
          </a:p>
          <a:p/>
          <a:p>
            <a:r>
              <a:t>[설명 원고]</a:t>
            </a:r>
          </a:p>
          <a:p>
            <a:r>
              <a:t>앞의 호가가 그대로 유지된 상태에서 한빛식품을 20,000원 지정가로 10주 매수한다고 가정합니다. 매수 지정가는 그 가격 이하라는 조건입니다. 따라서 19,980원과 19,990원은 조건을 만족하지만 20,010원은 만족하지 않습니다. 20,000원이라는 주문 가격이 실제로 모든 주식을 그 가격에 산다는 뜻은 아닙니다.</a:t>
            </a:r>
          </a:p>
          <a:p/>
          <a:p>
            <a:r>
              <a:t>첫 가격에서 4주×19,980원=79,920원, 다음 가격에서 3주×19,990원=59,970원입니다. 합계 7주가 139,890원에 체결되고 3주는 남습니다. 평균 체결가는 139,890÷7≈19,984.29원입니다. 주문한 10주로 나누어 13,989원이라고 적으면 미체결 수량을 이미 산 것으로 처리한 오류입니다.</a:t>
            </a:r>
          </a:p>
          <a:p/>
          <a:p>
            <a:r>
              <a:t>가격을 지정하지 않는 매수 10주를 같은 정적인 호가에 대입하면 나머지 3주가 20,010원에서 거래되는 단순 계산을 할 수 있습니다. 추가 금액 60,030원을 더해 총 199,920원, 평균 19,992원입니다. 이는 가상의 주문장 계산이며 실제 시장가 체결 보장이 아닙니다. 지정가 사례와 비교하면 가격 조건을 지키는 대신 남은 수량이 생기는 차이를 확인할 수 있습니다.</a:t>
            </a:r>
          </a:p>
          <a:p/>
          <a:p>
            <a:r>
              <a:t>발표 문장은 ‘2만 원 이하에서 10주를 사려 했지만 해당 가격대의 수량은 7주뿐이었습니다. 실제 평균은 약 19,984.29원이고 3주는 미체결입니다’입니다. 앱의 주문·체결 내역에서는 주문 수량, 체결 수량, 평균 체결가를 각각 찾아 이 문장에 넣습니다. 비용은 위 계산에서 제외했으므로 총 지출을 말할 때에는 화면의 비용 처리 기준을 따로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두 가격의 단순 평균 20,050원은 체결 수량의 차이를 무시한 값입니다.</a:t>
            </a:r>
          </a:p>
          <a:p/>
          <a:p>
            <a:r>
              <a:t>[권장 진행]</a:t>
            </a:r>
          </a:p>
          <a:p>
            <a:r>
              <a:t>설명 4분 · 질문 2분</a:t>
            </a:r>
          </a:p>
          <a:p/>
          <a:p>
            <a:r>
              <a:t>[설명 원고]</a:t>
            </a:r>
          </a:p>
          <a:p>
            <a:r>
              <a:t>앞의 호가가 그대로 유지된 상태에서 한빛식품을 20,000원 지정가로 10주 매수한다고 가정합니다. 매수 지정가는 그 가격 이하라는 조건입니다. 따라서 19,980원과 19,990원은 조건을 만족하지만 20,010원은 만족하지 않습니다. 20,000원이라는 주문 가격이 실제로 모든 주식을 그 가격에 산다는 뜻은 아닙니다.</a:t>
            </a:r>
          </a:p>
          <a:p/>
          <a:p>
            <a:r>
              <a:t>첫 가격에서 4주×19,980원=79,920원, 다음 가격에서 3주×19,990원=59,970원입니다. 합계 7주가 139,890원에 체결되고 3주는 남습니다. 평균 체결가는 139,890÷7≈19,984.29원입니다. 주문한 10주로 나누어 13,989원이라고 적으면 미체결 수량을 이미 산 것으로 처리한 오류입니다.</a:t>
            </a:r>
          </a:p>
          <a:p/>
          <a:p>
            <a:r>
              <a:t>가격을 지정하지 않는 매수 10주를 같은 정적인 호가에 대입하면 나머지 3주가 20,010원에서 거래되는 단순 계산을 할 수 있습니다. 추가 금액 60,030원을 더해 총 199,920원, 평균 19,992원입니다. 이는 가상의 주문장 계산이며 실제 시장가 체결 보장이 아닙니다. 지정가 사례와 비교하면 가격 조건을 지키는 대신 남은 수량이 생기는 차이를 확인할 수 있습니다.</a:t>
            </a:r>
          </a:p>
          <a:p/>
          <a:p>
            <a:r>
              <a:t>발표 문장은 ‘2만 원 이하에서 10주를 사려 했지만 해당 가격대의 수량은 7주뿐이었습니다. 실제 평균은 약 19,984.29원이고 3주는 미체결입니다’입니다. 앱의 주문·체결 내역에서는 주문 수량, 체결 수량, 평균 체결가를 각각 찾아 이 문장에 넣습니다. 비용은 위 계산에서 제외했으므로 총 지출을 말할 때에는 화면의 비용 처리 기준을 따로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실습은 앱의 실제 모의 결과를 기록합니다. 가상 호가 숫자를 복사하지 않습니다.</a:t>
            </a:r>
          </a:p>
          <a:p/>
          <a:p>
            <a:r>
              <a:t>[권장 진행]</a:t>
            </a:r>
          </a:p>
          <a:p>
            <a:r>
              <a:t>모의 화면 관찰 12분 · 결과 설명 8분</a:t>
            </a:r>
          </a:p>
          <a:p/>
          <a:p>
            <a:r>
              <a:t>[설명 원고]</a:t>
            </a:r>
          </a:p>
          <a:p>
            <a:r>
              <a:t>7주가 체결되고 3주가 남은 앞의 주문을 이어 보겠습니다. 남은 3주를 취소 요청했고, 추가 체결 없이 취소 완료가 확인됐다고 가정합니다. 최종 수량은 최초 주문 10주=체결 7주+취소 3주입니다. 이 주문으로 늘어난 보유는 7주이며 살아 있는 미체결 수량은 0주입니다. 취소했다고 이미 산 7주까지 사라지지 않습니다.</a:t>
            </a:r>
          </a:p>
          <a:p/>
          <a:p>
            <a:r>
              <a:t>만약 취소 요청 처리 전에 1주가 추가 체결됐다면 결과는 달라집니다. 누적 체결 8주와 취소 2주가 될 수 있으므로 버튼을 누른 순간의 7주를 최종값으로 확정하지 않습니다. 확인 순서는 주문 번호 → 누적 체결 수량 → 남은 수량 → 취소 처리 결과입니다. 응답이 늦다고 같은 주문을 새로 내기 전에 기존 주문 상태부터 확인합니다.</a:t>
            </a:r>
          </a:p>
          <a:p/>
          <a:p>
            <a:r>
              <a:t>금액도 구분합니다. 단순히 잔여 3주의 지정가 금액을 계산하면 3×20,000원=60,000원입니다. 그러나 앱에서 실제로 예약됐다 해제되는 금액은 비용 포함 방식 등에 따라 확인이 필요합니다. ‘취소 후 현금 60,000원 증가’라고 외우기보다 주문 가능 금액을 전후로 기록하고, 이미 체결된 139,890원은 지출에서 사라지지 않는다는 점을 설명합니다.</a:t>
            </a:r>
          </a:p>
          <a:p/>
          <a:p>
            <a:r>
              <a:t>완성 기록 예시는 ‘주문 10주, 체결 7주·139,890원, 잔여 3주 취소 완료, 최종 미체결 0주’입니다. 예외 기록에는 ‘취소 전 추가 1주 체결 여부 재확인’을 적습니다. 실습에서 주문을 내는 경우에는 먼저 화면의 매수·매도 방향과 수량을 확인하고, 기록은 실제 모의 결과로 작성합니다. 이 가상 예시의 금액을 다른 종목 결과에 그대로 복사하지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시장가와 지정가 각각의 장점·제약을 한 줄씩 쓰고 모의 주문 기록 한 건을 복기합니다.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krx.co.kr/contents/OPN/01/01030205/OPN01030205T3T2.jsp" TargetMode="External"/><Relationship Id="rId3" Type="http://schemas.openxmlformats.org/officeDocument/2006/relationships/hyperlink" Target="https://www.finra.org/investors/investing/investing-basics/fees-commissions" TargetMode="External"/><Relationship Id="rId4" Type="http://schemas.openxmlformats.org/officeDocument/2006/relationships/hyperlink" Target="https://www.investor.gov/introduction-investing/general-resources/news-alerts/alerts-bulletins/investor-bulletins-14" TargetMode="External"/><Relationship Id="rId5"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02</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주문 버튼 이후,</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무슨 일이 일어날까요?</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호가를 읽고 체결 금액을 계산한 뒤</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남은 주문까지 확인합니다.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02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매수할 때는 매도 호가부터 읽습니다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마지막 체결 가격과 지금 거래 가능한 호가는 다를 수 있습니다.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02</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내 행동</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매수</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지금 살 수 있는 가격을 찾기</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거래 상대</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매도 주문</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팔겠다고 나온 가격과 수량</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먼저 볼 것</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가격 + 잔량</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한 줄로 수량이 충분한지 확인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정지된 호가창을 한 줄씩 읽어 봅니다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최우선 매수는 19,970원. 다른 주문·취소가 없는 가상 호가입니다.</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최우선 매도 19,980원 − 최우선 매수 19,970원 = 스프레드 10원</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03</a:t>
            </a:r>
          </a:p>
        </p:txBody>
      </p:sp>
      <p:sp>
        <p:nvSpPr>
          <p:cNvPr id="20" name="Rectangle 19"/>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1" name="TextBox 20"/>
          <p:cNvSpPr txBox="1"/>
          <p:nvPr/>
        </p:nvSpPr>
        <p:spPr>
          <a:xfrm>
            <a:off x="740664" y="2532888"/>
            <a:ext cx="33649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매도 가격</a:t>
            </a:r>
          </a:p>
        </p:txBody>
      </p:sp>
      <p:sp>
        <p:nvSpPr>
          <p:cNvPr id="22" name="TextBox 21"/>
          <p:cNvSpPr txBox="1"/>
          <p:nvPr/>
        </p:nvSpPr>
        <p:spPr>
          <a:xfrm>
            <a:off x="4398264" y="2532888"/>
            <a:ext cx="33649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제시 수량</a:t>
            </a:r>
          </a:p>
        </p:txBody>
      </p:sp>
      <p:sp>
        <p:nvSpPr>
          <p:cNvPr id="23" name="TextBox 22"/>
          <p:cNvSpPr txBox="1"/>
          <p:nvPr/>
        </p:nvSpPr>
        <p:spPr>
          <a:xfrm>
            <a:off x="8055864" y="2532888"/>
            <a:ext cx="3383279"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누적 수량</a:t>
            </a:r>
          </a:p>
        </p:txBody>
      </p:sp>
      <p:sp>
        <p:nvSpPr>
          <p:cNvPr id="24" name="Rectangle 23"/>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5" name="TextBox 24"/>
          <p:cNvSpPr txBox="1"/>
          <p:nvPr/>
        </p:nvSpPr>
        <p:spPr>
          <a:xfrm>
            <a:off x="740664" y="3063240"/>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19,980원</a:t>
            </a:r>
          </a:p>
        </p:txBody>
      </p:sp>
      <p:sp>
        <p:nvSpPr>
          <p:cNvPr id="26" name="TextBox 25"/>
          <p:cNvSpPr txBox="1"/>
          <p:nvPr/>
        </p:nvSpPr>
        <p:spPr>
          <a:xfrm>
            <a:off x="4398264" y="3063240"/>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4주</a:t>
            </a:r>
          </a:p>
        </p:txBody>
      </p:sp>
      <p:sp>
        <p:nvSpPr>
          <p:cNvPr id="27" name="TextBox 26"/>
          <p:cNvSpPr txBox="1"/>
          <p:nvPr/>
        </p:nvSpPr>
        <p:spPr>
          <a:xfrm>
            <a:off x="8055864" y="3063240"/>
            <a:ext cx="338327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4주</a:t>
            </a:r>
          </a:p>
        </p:txBody>
      </p:sp>
      <p:sp>
        <p:nvSpPr>
          <p:cNvPr id="28" name="Rectangle 27"/>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9" name="TextBox 28"/>
          <p:cNvSpPr txBox="1"/>
          <p:nvPr/>
        </p:nvSpPr>
        <p:spPr>
          <a:xfrm>
            <a:off x="740664" y="3776472"/>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19,990원</a:t>
            </a:r>
          </a:p>
        </p:txBody>
      </p:sp>
      <p:sp>
        <p:nvSpPr>
          <p:cNvPr id="30" name="TextBox 29"/>
          <p:cNvSpPr txBox="1"/>
          <p:nvPr/>
        </p:nvSpPr>
        <p:spPr>
          <a:xfrm>
            <a:off x="4398264" y="3776472"/>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3주</a:t>
            </a:r>
          </a:p>
        </p:txBody>
      </p:sp>
      <p:sp>
        <p:nvSpPr>
          <p:cNvPr id="31" name="TextBox 30"/>
          <p:cNvSpPr txBox="1"/>
          <p:nvPr/>
        </p:nvSpPr>
        <p:spPr>
          <a:xfrm>
            <a:off x="8055864" y="3776472"/>
            <a:ext cx="338327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7주</a:t>
            </a:r>
          </a:p>
        </p:txBody>
      </p:sp>
      <p:sp>
        <p:nvSpPr>
          <p:cNvPr id="32" name="Rectangle 31"/>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33" name="TextBox 32"/>
          <p:cNvSpPr txBox="1"/>
          <p:nvPr/>
        </p:nvSpPr>
        <p:spPr>
          <a:xfrm>
            <a:off x="740664" y="4489703"/>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20,010원</a:t>
            </a:r>
          </a:p>
        </p:txBody>
      </p:sp>
      <p:sp>
        <p:nvSpPr>
          <p:cNvPr id="34" name="TextBox 33"/>
          <p:cNvSpPr txBox="1"/>
          <p:nvPr/>
        </p:nvSpPr>
        <p:spPr>
          <a:xfrm>
            <a:off x="4398264" y="4489703"/>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8주</a:t>
            </a:r>
          </a:p>
        </p:txBody>
      </p:sp>
      <p:sp>
        <p:nvSpPr>
          <p:cNvPr id="35" name="TextBox 34"/>
          <p:cNvSpPr txBox="1"/>
          <p:nvPr/>
        </p:nvSpPr>
        <p:spPr>
          <a:xfrm>
            <a:off x="8055864" y="4489703"/>
            <a:ext cx="338327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15주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2만 원 지정가로 10주를 주문하면?</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매수 지정가는 지정 가격 이하에서 거래하려는 조건입니다.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04</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가격 조건 안</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7주 체결</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19,980원 4주 + 19,990원 3주</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가격 조건 밖</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3주 미체결</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20,010원은 20,000원보다 높음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평균 체결가의 분모는 실제 체결 수량입니다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주문 10주로 나누면 미체결 수량을 이미 산 것으로 처리하게 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05</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첫 가격</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79,920원</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19,980원 × 4주</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다음 가격</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59,970원</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19,990원 × 3주</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평균 가격</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19,984.29원</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139,890원 ÷ 7주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같은 호가에 가격 미지정 주문을 대입하면</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정적인 가상 호가의 계산입니다. 실제 시장가 체결을 보장하지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06</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지정가 20,000원</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7주 / 139,890원</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나머지 3주는 가격 조건 밖</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가격 미지정의 단순 계산</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10주 / 199,920원</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20,010원에서 3주 추가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취소 요청 뒤에도 최종 체결 수량을 확인합니다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남은 주문을 취소해도 이미 체결한 주식은 사라지지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07</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추가 체결 없음</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7 + 3 = 10</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체결 7주 · 취소 3주</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취소 전 1주 추가 체결</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8 + 2 = 10</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체결 8주 · 취소 2주</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최종 확인</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주문 번호</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누적 체결 · 잔여 · 취소 결과</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TRY IT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직접 계산: 4주의 평균 체결가는 얼마인가요?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가격마다 수량을 곱한 금액을 먼저 합산합니다.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08</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20,000원 1주 + 20,100원 3주</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총 체결 금액을 구하세요.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평균 체결가를 계산하세요.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두 가격을 단순 평균하면 왜 다른 값이 나오나요?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ANSWER</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수량이 다른 거래는 가중 평균으로 계산합니다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두 가격의 단순 평균 20,050원은 체결 수량의 차이를 무시한 값입니다.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09</a:t>
            </a:r>
          </a:p>
        </p:txBody>
      </p:sp>
      <p:sp>
        <p:nvSpPr>
          <p:cNvPr id="19" name="Rounded Rectangle 18"/>
          <p:cNvSpPr/>
          <p:nvPr/>
        </p:nvSpPr>
        <p:spPr>
          <a:xfrm>
            <a:off x="594360"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총 체결 금액</a:t>
            </a:r>
          </a:p>
        </p:txBody>
      </p:sp>
      <p:sp>
        <p:nvSpPr>
          <p:cNvPr id="21" name="TextBox 20"/>
          <p:cNvSpPr txBox="1"/>
          <p:nvPr/>
        </p:nvSpPr>
        <p:spPr>
          <a:xfrm>
            <a:off x="813816"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80,300원</a:t>
            </a:r>
          </a:p>
        </p:txBody>
      </p:sp>
      <p:sp>
        <p:nvSpPr>
          <p:cNvPr id="22" name="TextBox 21"/>
          <p:cNvSpPr txBox="1"/>
          <p:nvPr/>
        </p:nvSpPr>
        <p:spPr>
          <a:xfrm>
            <a:off x="813816"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20,000 + 20,100 × 3</a:t>
            </a:r>
          </a:p>
        </p:txBody>
      </p:sp>
      <p:sp>
        <p:nvSpPr>
          <p:cNvPr id="23" name="Rounded Rectangle 22"/>
          <p:cNvSpPr/>
          <p:nvPr/>
        </p:nvSpPr>
        <p:spPr>
          <a:xfrm>
            <a:off x="6190488"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6409944"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평균 체결가</a:t>
            </a:r>
          </a:p>
        </p:txBody>
      </p:sp>
      <p:sp>
        <p:nvSpPr>
          <p:cNvPr id="25" name="TextBox 24"/>
          <p:cNvSpPr txBox="1"/>
          <p:nvPr/>
        </p:nvSpPr>
        <p:spPr>
          <a:xfrm>
            <a:off x="6409944"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CF283B"/>
                </a:solidFill>
                <a:latin typeface="Noto Sans CJK KR"/>
                <a:ea typeface="Noto Sans CJK KR"/>
              </a:defRPr>
            </a:pPr>
            <a:r>
              <a:rPr>
                <a:ea typeface="Noto Sans CJK KR"/>
              </a:rPr>
              <a:t>20,075원</a:t>
            </a:r>
          </a:p>
        </p:txBody>
      </p:sp>
      <p:sp>
        <p:nvSpPr>
          <p:cNvPr id="26" name="TextBox 25"/>
          <p:cNvSpPr txBox="1"/>
          <p:nvPr/>
        </p:nvSpPr>
        <p:spPr>
          <a:xfrm>
            <a:off x="6409944"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80,300 ÷ 4주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PRACTICE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“샀다”를 체결 내역으로 설명해 보세요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실습은 앱의 실제 모의 결과를 기록합니다. 가상 호가 숫자를 복사하지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10</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“2만 원 이하로 10주를 주문했고,</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7주가 체결됐으며 남은 3주는 취소했습니다.”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기록할 것: 종목 · 방향 · 종류 · 가격 조건 · 주문/체결/취소 수량 · 평균 가격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11</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한국거래소 · 매매구분의 종류</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https://open.krx.co.kr/contents/OPN/01/01030205/OPN01030205T3T2.jsp</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FINRA · 수수료와 비용</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https://www.finra.org/investors/investing/investing-basics/fees-commissions</a:t>
            </a:r>
          </a:p>
        </p:txBody>
      </p:sp>
      <p:sp>
        <p:nvSpPr>
          <p:cNvPr id="22" name="TextBox 21"/>
          <p:cNvSpPr txBox="1"/>
          <p:nvPr/>
        </p:nvSpPr>
        <p:spPr>
          <a:xfrm>
            <a:off x="713232" y="4306824"/>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주문 종류의 기본 개념</a:t>
            </a:r>
          </a:p>
        </p:txBody>
      </p:sp>
      <p:sp>
        <p:nvSpPr>
          <p:cNvPr id="23" name="TextBox 22"/>
          <p:cNvSpPr txBox="1"/>
          <p:nvPr/>
        </p:nvSpPr>
        <p:spPr>
          <a:xfrm>
            <a:off x="713232" y="4736592"/>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4"/>
              </a:rPr>
              <a:t>https://www.investor.gov/introduction-investing/general-resources/news-alerts/alerts-bulletins/investor-bulletins-14</a:t>
            </a:r>
          </a:p>
        </p:txBody>
      </p:sp>
      <p:sp>
        <p:nvSpPr>
          <p:cNvPr id="24" name="TextBox 23"/>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아미콤 투자 스터디 2주차 · 호가와 주문 읽기</dc:title>
  <dc:subject>가상 기업 자료를 활용한 투자 입문 수업</dc:subject>
  <dc:creator>아미콤 투자 스터디</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